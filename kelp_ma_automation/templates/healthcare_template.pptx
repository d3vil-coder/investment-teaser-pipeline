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</a:defRPr>
            </a:pPr>
            <a:r>
              <a:t>[Company Name] - Business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667432"/>
            <a:ext cx="3657600" cy="2441448"/>
          </a:xfrm>
          <a:prstGeom prst="rect">
            <a:avLst/>
          </a:prstGeom>
          <a:solidFill>
            <a:srgbClr val="F0F0F0"/>
          </a:solidFill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[IMAGE:</a:t>
            </a:r>
          </a:p>
          <a:p>
            <a:r>
              <a:t>3:2 ratio</a:t>
            </a:r>
          </a:p>
          <a:p>
            <a:r>
              <a:t>1200x800px]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Company Overview</a:t>
            </a:r>
          </a:p>
          <a:p>
            <a:r>
              <a:t>• Products &amp; Services</a:t>
            </a:r>
          </a:p>
          <a:p>
            <a:r>
              <a:t>• Industries Served</a:t>
            </a:r>
          </a:p>
          <a:p>
            <a:r>
              <a:t>• Key Highlights</a:t>
            </a:r>
          </a:p>
          <a:p>
            <a:r>
              <a:t>• Certifications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</a:defRPr>
            </a:pPr>
            <a:r>
              <a:t>Financial &amp; Operational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4023360" cy="2286000"/>
          </a:xfrm>
          <a:prstGeom prst="rect">
            <a:avLst/>
          </a:prstGeom>
          <a:solidFill>
            <a:srgbClr val="F0F0F0"/>
          </a:solidFill>
        </p:spPr>
        <p:txBody>
          <a:bodyPr wrap="none" anchor="ctr">
            <a:spAutoFit/>
          </a:bodyPr>
          <a:lstStyle/>
          <a:p>
            <a:pPr algn="ctr"/>
            <a:r>
              <a:t>[Revenue Chart]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822960"/>
            <a:ext cx="4023360" cy="2286000"/>
          </a:xfrm>
          <a:prstGeom prst="rect">
            <a:avLst/>
          </a:prstGeom>
          <a:solidFill>
            <a:srgbClr val="F0F0F0"/>
          </a:solidFill>
        </p:spPr>
        <p:txBody>
          <a:bodyPr wrap="none" anchor="ctr">
            <a:spAutoFit/>
          </a:bodyPr>
          <a:lstStyle/>
          <a:p>
            <a:pPr algn="ctr"/>
            <a:r>
              <a:t>[EBITDA Chart]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40233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Financial KPIs:</a:t>
            </a:r>
          </a:p>
          <a:p>
            <a:r>
              <a:t>• Revenue CAGR</a:t>
            </a:r>
          </a:p>
          <a:p>
            <a:r>
              <a:t>• EBITDA Margin</a:t>
            </a:r>
          </a:p>
          <a:p>
            <a:r>
              <a:t>• RoCE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291840"/>
            <a:ext cx="4023360" cy="1645920"/>
          </a:xfrm>
          <a:prstGeom prst="rect">
            <a:avLst/>
          </a:prstGeom>
          <a:solidFill>
            <a:srgbClr val="F0F0F0"/>
          </a:solidFill>
        </p:spPr>
        <p:txBody>
          <a:bodyPr wrap="none" anchor="ctr">
            <a:spAutoFit/>
          </a:bodyPr>
          <a:lstStyle/>
          <a:p>
            <a:pPr algn="ctr"/>
            <a:r>
              <a:t>[Shareholder</a:t>
            </a:r>
          </a:p>
          <a:p>
            <a:r>
              <a:t>PIE CHART]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2743200" cy="731520"/>
          </a:xfrm>
          <a:prstGeom prst="rect">
            <a:avLst/>
          </a:prstGeom>
          <a:solidFill>
            <a:srgbClr val="4B0082"/>
          </a:solidFill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[LLM Insight 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731520"/>
            <a:ext cx="2743200" cy="731520"/>
          </a:xfrm>
          <a:prstGeom prst="rect">
            <a:avLst/>
          </a:prstGeom>
          <a:solidFill>
            <a:srgbClr val="4B0082"/>
          </a:solidFill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[LLM Insight 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0"/>
            <a:ext cx="2743200" cy="731520"/>
          </a:xfrm>
          <a:prstGeom prst="rect">
            <a:avLst/>
          </a:prstGeom>
          <a:solidFill>
            <a:srgbClr val="4B0082"/>
          </a:solidFill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[LLM Insight 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4023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0082"/>
                </a:solidFill>
              </a:defRPr>
            </a:pPr>
            <a:r>
              <a:t>Key Strengths:</a:t>
            </a:r>
          </a:p>
          <a:p>
            <a:r>
              <a:t>• Item 1</a:t>
            </a:r>
          </a:p>
          <a:p>
            <a:r>
              <a:t>• Item 2</a:t>
            </a:r>
          </a:p>
          <a:p>
            <a:r>
              <a:t>• Item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4023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0082"/>
                </a:solidFill>
              </a:defRPr>
            </a:pPr>
            <a:r>
              <a:t>Growth Opportunities:</a:t>
            </a:r>
          </a:p>
          <a:p>
            <a:r>
              <a:t>• Item 1</a:t>
            </a:r>
          </a:p>
          <a:p>
            <a:r>
              <a:t>• Item 2</a:t>
            </a:r>
          </a:p>
          <a:p>
            <a:r>
              <a:t>• Item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4023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0082"/>
                </a:solidFill>
              </a:defRPr>
            </a:pPr>
            <a:r>
              <a:t>Recent Milestones:</a:t>
            </a:r>
          </a:p>
          <a:p>
            <a:r>
              <a:t>• Item 1</a:t>
            </a:r>
          </a:p>
          <a:p>
            <a:r>
              <a:t>• Item 2</a:t>
            </a:r>
          </a:p>
          <a:p>
            <a:r>
              <a:t>• Item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749039"/>
            <a:ext cx="4023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0082"/>
                </a:solidFill>
              </a:defRPr>
            </a:pPr>
            <a:r>
              <a:t>Market Opportunity:</a:t>
            </a:r>
          </a:p>
          <a:p>
            <a:r>
              <a:t>• Item 1</a:t>
            </a:r>
          </a:p>
          <a:p>
            <a:r>
              <a:t>• Item 2</a:t>
            </a:r>
          </a:p>
          <a:p>
            <a:r>
              <a:t>• Item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</Words>
  <Application>Microsoft Office PowerPoint</Application>
  <PresentationFormat>On-screen Show (4:3)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Ansh Savla</cp:lastModifiedBy>
  <cp:revision>2</cp:revision>
  <dcterms:created xsi:type="dcterms:W3CDTF">2013-01-27T09:14:16Z</dcterms:created>
  <dcterms:modified xsi:type="dcterms:W3CDTF">2026-03-09T16:23:26Z</dcterms:modified>
  <cp:category/>
</cp:coreProperties>
</file>